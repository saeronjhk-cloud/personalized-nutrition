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서박사의 영양공식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마케팅 전략 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예산 0원으로 시작하는 실전 성장 전략</a:t>
            </a:r>
            <a:br/>
            <a:r>
              <a:t>nutriformula.co.kr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2026년 4월  |  새론비즈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현재 상황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A27"/>
                </a:solidFill>
                <a:latin typeface="Calibri"/>
              </a:defRPr>
            </a:pPr>
            <a:r>
              <a:t>30종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분석 대상 영양제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A27"/>
                </a:solidFill>
                <a:latin typeface="Calibri"/>
              </a:defRPr>
            </a:pPr>
            <a:r>
              <a:t>36가지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신체 증상 교차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A27"/>
                </a:solidFill>
                <a:latin typeface="Calibri"/>
              </a:defRPr>
            </a:pPr>
            <a:r>
              <a:t>15개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페르소나 매칭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459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A27"/>
                </a:solidFill>
                <a:latin typeface="Calibri"/>
              </a:defRPr>
            </a:pPr>
            <a:r>
              <a:t>0원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사용자 이용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27"/>
                </a:solidFill>
                <a:latin typeface="Calibri"/>
              </a:defRPr>
            </a:pPr>
            <a:r>
              <a:t>강점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✓ 식약처 인정 성분 기반 — 신뢰도 높음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507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✓ 완성된 추천 알고리즘 + 결과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98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✓ 전문가 팀 (박사급 3인) — 권위 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45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✓ 무료 서비스 — 진입 장벽 제로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060"/>
                </a:solidFill>
                <a:latin typeface="Calibri"/>
              </a:defRPr>
            </a:pPr>
            <a:r>
              <a:t>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△ 브랜드 인지도 제로 (신규 서비스)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△ 마케팅 예산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98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△ 블로그 콘텐츠 미완성 (제목만 존재)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45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△ 소셜 프루프(후기) 부족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3단계 무료 성장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예산 0원, 전문성과 콘텐츠만으로 유입을 만드는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383280" cy="384048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1단계  |  1~2개월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  <a:latin typeface="Calibri"/>
              </a:defRPr>
            </a:pPr>
            <a:r>
              <a:t>기반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Calibri"/>
              </a:defRPr>
            </a:pPr>
            <a:r>
              <a:t>블로그 콘텐츠 + 검색 최적화</a:t>
            </a:r>
            <a:br/>
            <a:r>
              <a:t>네이버/구글에서 찾아오는 구조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84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2단계  |  3~4개월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  <a:latin typeface="Calibri"/>
              </a:defRPr>
            </a:pPr>
            <a:r>
              <a:t>유입 확대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Calibri"/>
              </a:defRPr>
            </a:pPr>
            <a:r>
              <a:t>네이버 지식iN + 커뮤니티 활동</a:t>
            </a:r>
            <a:br/>
            <a:r>
              <a:t>건강 고민 답변으로 자연스러운 유입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383280" cy="38404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3단계  |  5~6개월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  <a:latin typeface="Calibri"/>
              </a:defRPr>
            </a:pPr>
            <a:r>
              <a:t>신뢰 강화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Calibri"/>
              </a:defRPr>
            </a:pPr>
            <a:r>
              <a:t>후기 수집 + 전문가 콘텐츠</a:t>
            </a:r>
            <a:br/>
            <a:r>
              <a:t>실제 사용자 후기와 전문가 칼럼으로 전환율 극대화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PHASE 1  |  블로그 &amp; 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검색에서 찾아오는 구조 만들기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📝  블로그 콘텐츠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현재 6개 글 제목 → 본문 2,000자 이상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주 1~2개씩 신규 콘텐츠 발행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083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키워드 중심: '비타민D 하루 권장량', '오메가3 효과'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0098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각 글 하단에 '무료 맞춤 분석' CTA 삽입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사이트 내 블로그 + 네이버 블로그 동시 운영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🔍  네이버 검색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서치어드바이저 등록 (search.naver.com)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블로그 개설 → 사이트 링크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083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웹마스터 사이트맵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0098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플레이스/지식백과는 해당 없음 (온라인 서비스)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935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구글 Search Console도 동시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09728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1097280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📊  콘텐츠 주제 우선순위 (검색량 기반)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1. '비타민D 하루 권장량' — 월 검색 12,000+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760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2. '오메가3 EPA DHA 차이' — 월 검색 8,000+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68696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3. '마그네슘 종류 효과' — 월 검색 6,000+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6130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4. '영양제 복용 시간' — 월 검색 15,000+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15391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5. '유산균 고르는 법' — 월 검색 10,000+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PHASE 2  |  커뮤니티 유입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건강 고민이 있는 곳에서 만나기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💬  네이버 지식iN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'영양제 추천' 관련 질문에 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전문가 답변자로 활동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08375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답변 말미에 사이트 자연스럽게 언급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00983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주 10~15개 답변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광고성 X, 진짜 도움이 되는 답변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34747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659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👥  건강 커뮤니티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231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카페 (건강/다이어트 관련)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15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맘카페 (임산부/산후 영양)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08375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직장인 커뮤니티 (피로/수면)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00983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정보성 글 공유 → 신뢰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935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커뮤니티 규칙 준수 (광고 금지)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4747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659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💛  카카오톡 활용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4231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카카오 오픈채팅 건강 방 참여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15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유용한 영양 정보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08375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링크 공유 시 OG 태그로 이미지 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300983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지인 네트워크 활용 (초기 10명)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935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결과 공유 기능 → 바이럴 유도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A27"/>
                </a:solidFill>
                <a:latin typeface="Calibri"/>
              </a:defRPr>
            </a:pPr>
            <a:r>
              <a:t>핵심 원칙: 광고하지 말고, 도움을 주세요. 진짜 유용한 정보를 주면 사람들이 스스로 찾아옵니다.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PHASE 3  |  신뢰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후기와 전문성으로 전환율 올리기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⭐  사용자 후기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결과 페이지에 '후기 남기기' 버튼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카카오톡/문자로 후기 요청 (분석 후 3일 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083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후기 남긴 사용자에게 PDF 리포트 무료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0098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목표: 월 20건 이상 실제 후기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홈페이지 후기 섹션에 실시간 반영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🎓  전문가 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김재환 대표의 '영양제 이야기' 칼럼 시리즈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서형주 교수 수면 관련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083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장은재 교수 다이어트 영양 가이드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0098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전문가 얼굴 + 이름으로 신뢰도 극대화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935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네이버 블로그 + 사이트 동시 게재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9728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10972800" cy="548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📈  전환율 최적화 (CRO)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00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Google Analytics로 이탈 지점 분석 → 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9320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설문 완료율 추적 (어디서 포기하는지 파악)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85816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A/B 테스트: CTA 문구, 버튼 색상, 히어로 카피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7842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결과 페이지 → 쿠팡 클릭률 최적화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7103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▸ 목표 전환율: 방문자 → 설문 시작 15%, 설문 시작 → 완료 60%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첫 8주 실행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네이버 서치어드바이저 등록</a:t>
            </a:r>
            <a:br/>
            <a:r>
              <a:t>네이버 블로그 개설</a:t>
            </a:r>
            <a:br/>
            <a:r>
              <a:t>구글 Search Console 등록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블로그 글 2개 작성 (비타민D, 오메가3)</a:t>
            </a:r>
            <a:br/>
            <a:r>
              <a:t>네이버 블로그 첫 글 발행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블로그 글 2개 추가 (마그네슘, 복용시간)</a:t>
            </a:r>
            <a:br/>
            <a:r>
              <a:t>네이버 지식iN 답변 시작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블로그 글 2개 추가 (유산균, 철분)</a:t>
            </a:r>
            <a:br/>
            <a:r>
              <a:t>쿠팡 파트너스 연동 완료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5~6주차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건강 커뮤니티 활동 본격화</a:t>
            </a:r>
            <a:br/>
            <a:r>
              <a:t>전문가 칼럼 1편 작성</a:t>
            </a:r>
            <a:br/>
            <a:r>
              <a:t>카카오 오픈채팅 참여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114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1097280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7~8주차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617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  <a:latin typeface="Calibri"/>
              </a:defRPr>
            </a:pPr>
            <a:r>
              <a:t>GA 데이터 분석 → 개선점 도출</a:t>
            </a:r>
            <a:br/>
            <a:r>
              <a:t>후기 수집 시작</a:t>
            </a:r>
            <a:br/>
            <a:r>
              <a:t>성과 리뷰 &amp; 2차 전략 수립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KPI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6개월 성과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65176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65176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현재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265176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3개월 목표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645920"/>
            <a:ext cx="265176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6개월 목표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월 방문자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9456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500명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3,000명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19456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10,000명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78892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설문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78892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50건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8892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300건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78892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1,000건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38328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블로그 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38328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6개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38328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18개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38328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30개+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77639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실제 후기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3977639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0건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977639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30건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3977639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100건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57200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쿠팡 수익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57200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0원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57200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5만원/월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572000"/>
            <a:ext cx="26517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30만원/월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16636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2A2A"/>
                </a:solidFill>
                <a:latin typeface="Calibri"/>
              </a:defRPr>
            </a:pPr>
            <a:r>
              <a:t>네이버 지식iN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516636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0건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16636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100건 답변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5166360"/>
            <a:ext cx="2651760" cy="530352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A27"/>
                </a:solidFill>
                <a:latin typeface="Calibri"/>
              </a:defRPr>
            </a:pPr>
            <a:r>
              <a:t>300건 답변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2A2A"/>
                </a:solidFill>
                <a:latin typeface="Calibri"/>
              </a:defRPr>
            </a:pPr>
            <a:r>
              <a:t>활용할 무료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Google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방문자 추적, 유입 경로, 이탈률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analytics.google.com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네이버 서치어드바이저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네이버 검색 노출, 사이트맵 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searchadvisor.naver.com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Google Search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구글 검색 노출, 키워드 순위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search.google.com/search-console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네이버 키워드 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검색량 확인, 키워드 발굴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searchad.naver.com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SNS 이미지, 블로그 썸네일 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canva.com (무료 플랜)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548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27"/>
                </a:solidFill>
                <a:latin typeface="Calibri"/>
              </a:defRPr>
            </a:pPr>
            <a:r>
              <a:t>ChatGPT /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257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블로그 초안 작성, 콘텐츠 아이디어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초안 생성 후 전문가 감수 필수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핵심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광고비 0원이어도</a:t>
            </a:r>
            <a:br/>
            <a:r>
              <a:t>전문성은 0원이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박사급 전문가 3인의 지식과 경험이 우리의 최대 무기입니다.</a:t>
            </a:r>
            <a:br/>
            <a:r>
              <a:t>그 전문성을 콘텐츠로 풀어내면, 광고 없이도 사람들이 찾아옵니다.</a:t>
            </a:r>
            <a:br/>
            <a:br/>
            <a:r>
              <a:t>블로그 글 하나가 매달 수백 명을 데려오고,</a:t>
            </a:r>
            <a:br/>
            <a:r>
              <a:t>지식iN 답변 하나가 평생 검색에 노출됩니다.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nutriformula.co.kr  |  새론비즈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