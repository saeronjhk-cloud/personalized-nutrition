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8229600" cy="14630400"/>
  <p:notesSz cx="1463040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SEOBAKSA NUTRITION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76%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세계 인구가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오메가-3 부족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8412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한국인은 어떨까?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한국인의 현실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67665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743200"/>
            <a:ext cx="6766560" cy="2560320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3017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📉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103120" y="30175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생선 섭취량 감소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6576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특히 20~30대 청년층과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아동·청소년의 감소가 두드러짐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5760720"/>
            <a:ext cx="6766560" cy="2560320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6035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⚠️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103120" y="6035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 지방산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03120" y="66751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EPA와 DHA는 체내에서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합성되지 않아 반드시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음식이나 보충제로 섭취 필요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고르는 법 핵심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67665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743200"/>
            <a:ext cx="6766560" cy="20116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301752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"오메가-3 1,000mg"
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문구만 보면 안 됩니다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30352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EPA + DHA 각각 몇 mg인지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반드시 확인하세요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7132320"/>
            <a:ext cx="6766560" cy="1645920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731520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식약처 기준
</a:t>
            </a:r>
            <a:endParaRPr lang="en-US" sz="14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 + DHA 합산 500~2,000mg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목적별 선택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67665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743200"/>
            <a:ext cx="6766560" cy="3200400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743200"/>
            <a:ext cx="109728" cy="3200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9260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 높은 제품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365760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 심혈관 건강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중성지방 감소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항염증 작용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6400800"/>
            <a:ext cx="6766560" cy="3200400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6400800"/>
            <a:ext cx="109728" cy="32004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65836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 높은 제품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731520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뇌 기능·기억력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 눈 건강·시력</a:t>
            </a:r>
            <a:endParaRPr lang="en-US" sz="1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👶  태아 뇌 발달 (임산부)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체크 포인트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676656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743200"/>
            <a:ext cx="6766560" cy="1920240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3017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🧪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2971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산패도 확인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94560" y="3520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캡슐을 잘라서 비린내가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심하면 산패된 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029200"/>
            <a:ext cx="6766560" cy="1920240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5303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🏅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94560" y="5257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마크 확인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94560" y="5806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IFOS, GOED 국제 인증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식약처 GMP 인증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7315200"/>
            <a:ext cx="6766560" cy="1920240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7589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🐟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194560" y="7543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원료 투명성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94560" y="8092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어종, 어장, 추출 방식을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명확히 밝히는 제품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9601200"/>
            <a:ext cx="6766560" cy="1920240"/>
          </a:xfrm>
          <a:prstGeom prst="rect">
            <a:avLst/>
          </a:prstGeom>
          <a:solidFill>
            <a:srgbClr val="0F4C7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9875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194560" y="9829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포장 상태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94560" y="10378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차광 포장 + 냉장보관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유통기한 넉넉한 제품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1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SEOBAKSA NUTRITION  |  WEEKLY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🧬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서박사의 영양공식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69494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나에게 맞는 오메가-3</a:t>
            </a:r>
            <a:endParaRPr lang="en-US" sz="2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E0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무료로 분석받아 보세요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8686800"/>
            <a:ext cx="4572000" cy="109728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0" y="86868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 맞춤 분석 받기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nutriformula.co.kr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오메가-3 전 세계 76% 부족</dc:title>
  <dc:subject>PptxGenJS Presentation</dc:subject>
  <dc:creator>서박사의 영양공식</dc:creator>
  <cp:lastModifiedBy>서박사의 영양공식</cp:lastModifiedBy>
  <cp:revision>1</cp:revision>
  <dcterms:created xsi:type="dcterms:W3CDTF">2026-04-11T18:55:26Z</dcterms:created>
  <dcterms:modified xsi:type="dcterms:W3CDTF">2026-04-11T18:55:26Z</dcterms:modified>
</cp:coreProperties>
</file>